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  <a:srgbClr val="F59E0B"/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310" d="100"/>
          <a:sy n="310" d="100"/>
        </p:scale>
        <p:origin x="6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74121"/>
            <a:ext cx="2743200" cy="795867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00679"/>
            <a:ext cx="2743200" cy="551921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1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569913"/>
            <a:ext cx="3154680" cy="95091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529821"/>
            <a:ext cx="3154680" cy="500062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0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608542"/>
            <a:ext cx="155448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608542"/>
            <a:ext cx="155448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7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21709"/>
            <a:ext cx="315468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560388"/>
            <a:ext cx="1547336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835025"/>
            <a:ext cx="1547336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560388"/>
            <a:ext cx="1554956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835025"/>
            <a:ext cx="1554956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3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4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52400"/>
            <a:ext cx="1179671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29142"/>
            <a:ext cx="1851660" cy="1624542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685800"/>
            <a:ext cx="1179671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6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52400"/>
            <a:ext cx="1179671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29142"/>
            <a:ext cx="1851660" cy="1624542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685800"/>
            <a:ext cx="1179671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9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21708"/>
            <a:ext cx="78867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21708"/>
            <a:ext cx="232029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2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21709"/>
            <a:ext cx="315468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608542"/>
            <a:ext cx="315468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118784"/>
            <a:ext cx="82296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118784"/>
            <a:ext cx="12344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118784"/>
            <a:ext cx="82296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8091B100-49C7-02A1-C6C3-BE0701F8A193}"/>
              </a:ext>
            </a:extLst>
          </p:cNvPr>
          <p:cNvSpPr/>
          <p:nvPr/>
        </p:nvSpPr>
        <p:spPr>
          <a:xfrm>
            <a:off x="49206" y="53306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F46CDC-4087-D690-8A76-4CAB498CF690}"/>
              </a:ext>
            </a:extLst>
          </p:cNvPr>
          <p:cNvSpPr/>
          <p:nvPr/>
        </p:nvSpPr>
        <p:spPr>
          <a:xfrm>
            <a:off x="1256788" y="53306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9962F9D-F5A1-8A78-F83A-F4C05BDAAE0A}"/>
              </a:ext>
            </a:extLst>
          </p:cNvPr>
          <p:cNvSpPr/>
          <p:nvPr/>
        </p:nvSpPr>
        <p:spPr>
          <a:xfrm>
            <a:off x="2464370" y="53306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32F0B9-7E65-6C99-BCE6-3729DCA419E3}"/>
              </a:ext>
            </a:extLst>
          </p:cNvPr>
          <p:cNvSpPr/>
          <p:nvPr/>
        </p:nvSpPr>
        <p:spPr>
          <a:xfrm>
            <a:off x="49206" y="599349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0A7BDBF-0F32-EBEA-7EE5-377931503195}"/>
              </a:ext>
            </a:extLst>
          </p:cNvPr>
          <p:cNvSpPr/>
          <p:nvPr/>
        </p:nvSpPr>
        <p:spPr>
          <a:xfrm>
            <a:off x="1256788" y="599349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EA277F6-46C8-221B-FF69-53B9AB90CFE9}"/>
              </a:ext>
            </a:extLst>
          </p:cNvPr>
          <p:cNvSpPr/>
          <p:nvPr/>
        </p:nvSpPr>
        <p:spPr>
          <a:xfrm>
            <a:off x="2464370" y="599349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FC4B447-4030-ADAA-FDC6-9D6F789D072E}"/>
              </a:ext>
            </a:extLst>
          </p:cNvPr>
          <p:cNvSpPr/>
          <p:nvPr/>
        </p:nvSpPr>
        <p:spPr>
          <a:xfrm>
            <a:off x="49206" y="1145392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7ECC1A-8B8C-A033-4977-BB52B5CCE52D}"/>
              </a:ext>
            </a:extLst>
          </p:cNvPr>
          <p:cNvSpPr/>
          <p:nvPr/>
        </p:nvSpPr>
        <p:spPr>
          <a:xfrm>
            <a:off x="1256788" y="1145392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7FFAA53-2A95-69C0-DE53-018229FFABFC}"/>
              </a:ext>
            </a:extLst>
          </p:cNvPr>
          <p:cNvSpPr/>
          <p:nvPr/>
        </p:nvSpPr>
        <p:spPr>
          <a:xfrm>
            <a:off x="2464370" y="1145392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A9E5CC-E619-13EC-CCAA-127C05441777}"/>
              </a:ext>
            </a:extLst>
          </p:cNvPr>
          <p:cNvSpPr/>
          <p:nvPr/>
        </p:nvSpPr>
        <p:spPr>
          <a:xfrm>
            <a:off x="49206" y="1691435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4E9561-7CF6-4850-5BF1-B6346A9BF7C9}"/>
              </a:ext>
            </a:extLst>
          </p:cNvPr>
          <p:cNvSpPr/>
          <p:nvPr/>
        </p:nvSpPr>
        <p:spPr>
          <a:xfrm>
            <a:off x="1256788" y="1691435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376DA73-178B-6812-5791-28E36A09EFA4}"/>
              </a:ext>
            </a:extLst>
          </p:cNvPr>
          <p:cNvSpPr/>
          <p:nvPr/>
        </p:nvSpPr>
        <p:spPr>
          <a:xfrm>
            <a:off x="2464370" y="1691435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54859E3-9B56-D255-E60C-6C73064CFCDE}"/>
              </a:ext>
            </a:extLst>
          </p:cNvPr>
          <p:cNvSpPr/>
          <p:nvPr/>
        </p:nvSpPr>
        <p:spPr>
          <a:xfrm>
            <a:off x="90210" y="369040"/>
            <a:ext cx="643770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10197D-728C-4C5F-AC2B-651D60612084}"/>
              </a:ext>
            </a:extLst>
          </p:cNvPr>
          <p:cNvSpPr/>
          <p:nvPr/>
        </p:nvSpPr>
        <p:spPr>
          <a:xfrm>
            <a:off x="1292324" y="369040"/>
            <a:ext cx="901415" cy="457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80EE6AB-67D8-1FEE-F8AC-8CBC7784D0BE}"/>
              </a:ext>
            </a:extLst>
          </p:cNvPr>
          <p:cNvSpPr/>
          <p:nvPr/>
        </p:nvSpPr>
        <p:spPr>
          <a:xfrm>
            <a:off x="2498540" y="369039"/>
            <a:ext cx="65470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39A1D2C-89D0-09BF-260E-A8F016302F4A}"/>
              </a:ext>
            </a:extLst>
          </p:cNvPr>
          <p:cNvSpPr/>
          <p:nvPr/>
        </p:nvSpPr>
        <p:spPr>
          <a:xfrm>
            <a:off x="90210" y="923284"/>
            <a:ext cx="984107" cy="457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81E9EA-7FAB-016D-6223-F568F1042145}"/>
              </a:ext>
            </a:extLst>
          </p:cNvPr>
          <p:cNvSpPr/>
          <p:nvPr/>
        </p:nvSpPr>
        <p:spPr>
          <a:xfrm>
            <a:off x="1292324" y="923284"/>
            <a:ext cx="397061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247F7F-E343-3E0D-7C75-2F175D3F41B9}"/>
              </a:ext>
            </a:extLst>
          </p:cNvPr>
          <p:cNvSpPr/>
          <p:nvPr/>
        </p:nvSpPr>
        <p:spPr>
          <a:xfrm>
            <a:off x="2502640" y="923284"/>
            <a:ext cx="289765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104830A-503B-163B-0FA2-8E554E436009}"/>
              </a:ext>
            </a:extLst>
          </p:cNvPr>
          <p:cNvSpPr/>
          <p:nvPr/>
        </p:nvSpPr>
        <p:spPr>
          <a:xfrm>
            <a:off x="90210" y="1477528"/>
            <a:ext cx="910300" cy="457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42257D-D1C4-169E-3F05-D7365D6E8BC4}"/>
              </a:ext>
            </a:extLst>
          </p:cNvPr>
          <p:cNvSpPr/>
          <p:nvPr/>
        </p:nvSpPr>
        <p:spPr>
          <a:xfrm>
            <a:off x="1292324" y="1477528"/>
            <a:ext cx="289765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B33418-58F7-5C7A-24CA-8EE7A849F4AB}"/>
              </a:ext>
            </a:extLst>
          </p:cNvPr>
          <p:cNvSpPr/>
          <p:nvPr/>
        </p:nvSpPr>
        <p:spPr>
          <a:xfrm>
            <a:off x="2498540" y="1477527"/>
            <a:ext cx="53169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71BCA58-E151-F818-29E2-FE4859E86890}"/>
              </a:ext>
            </a:extLst>
          </p:cNvPr>
          <p:cNvSpPr/>
          <p:nvPr/>
        </p:nvSpPr>
        <p:spPr>
          <a:xfrm>
            <a:off x="90210" y="2023571"/>
            <a:ext cx="196821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EFCCC5A-5850-BE92-9DCF-BA9D21A41A08}"/>
              </a:ext>
            </a:extLst>
          </p:cNvPr>
          <p:cNvSpPr/>
          <p:nvPr/>
        </p:nvSpPr>
        <p:spPr>
          <a:xfrm>
            <a:off x="1292324" y="2023570"/>
            <a:ext cx="126431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33A7D84-B4B5-3BB9-C86B-EDF06C9F82E8}"/>
              </a:ext>
            </a:extLst>
          </p:cNvPr>
          <p:cNvSpPr/>
          <p:nvPr/>
        </p:nvSpPr>
        <p:spPr>
          <a:xfrm>
            <a:off x="2498540" y="2023570"/>
            <a:ext cx="53169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93A9D58F-7306-1204-A743-2C58105E2E4C}"/>
              </a:ext>
            </a:extLst>
          </p:cNvPr>
          <p:cNvSpPr/>
          <p:nvPr/>
        </p:nvSpPr>
        <p:spPr>
          <a:xfrm>
            <a:off x="90210" y="216710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E2737411-774A-7D3F-CCBF-EEA807102A35}"/>
              </a:ext>
            </a:extLst>
          </p:cNvPr>
          <p:cNvSpPr/>
          <p:nvPr/>
        </p:nvSpPr>
        <p:spPr>
          <a:xfrm>
            <a:off x="90209" y="1871855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9EA3D5C2-F81E-2859-14DF-9CAD2BCCAF4F}"/>
              </a:ext>
            </a:extLst>
          </p:cNvPr>
          <p:cNvSpPr/>
          <p:nvPr/>
        </p:nvSpPr>
        <p:spPr>
          <a:xfrm>
            <a:off x="1292324" y="1871855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D4877B0-AB09-89CC-83C2-2822868304D2}"/>
              </a:ext>
            </a:extLst>
          </p:cNvPr>
          <p:cNvSpPr/>
          <p:nvPr/>
        </p:nvSpPr>
        <p:spPr>
          <a:xfrm>
            <a:off x="1292324" y="1323763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F32AFE80-FE17-6EA9-123B-5F5E317A87C6}"/>
              </a:ext>
            </a:extLst>
          </p:cNvPr>
          <p:cNvSpPr/>
          <p:nvPr/>
        </p:nvSpPr>
        <p:spPr>
          <a:xfrm>
            <a:off x="2498540" y="783184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094C8795-A892-590A-F3A8-246A0FA2D215}"/>
              </a:ext>
            </a:extLst>
          </p:cNvPr>
          <p:cNvSpPr/>
          <p:nvPr/>
        </p:nvSpPr>
        <p:spPr>
          <a:xfrm>
            <a:off x="2495806" y="1871855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0325228-567D-1566-8EB5-D32B1A6232A4}"/>
              </a:ext>
            </a:extLst>
          </p:cNvPr>
          <p:cNvSpPr/>
          <p:nvPr/>
        </p:nvSpPr>
        <p:spPr>
          <a:xfrm>
            <a:off x="2495806" y="1308585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19DD83C-D5A1-71D6-9C14-1345D2ED571D}"/>
              </a:ext>
            </a:extLst>
          </p:cNvPr>
          <p:cNvSpPr/>
          <p:nvPr/>
        </p:nvSpPr>
        <p:spPr>
          <a:xfrm>
            <a:off x="2495806" y="216710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A8486F91-C9E1-499A-F5B7-9BF8252ACB9F}"/>
              </a:ext>
            </a:extLst>
          </p:cNvPr>
          <p:cNvSpPr/>
          <p:nvPr/>
        </p:nvSpPr>
        <p:spPr>
          <a:xfrm>
            <a:off x="1288907" y="769519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16B2623-3B86-8C1D-86D6-728CAB599D1D}"/>
              </a:ext>
            </a:extLst>
          </p:cNvPr>
          <p:cNvSpPr/>
          <p:nvPr/>
        </p:nvSpPr>
        <p:spPr>
          <a:xfrm>
            <a:off x="1292324" y="208371"/>
            <a:ext cx="229625" cy="9021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3A42ED20-9A60-F58B-A21D-76B34D5E03EF}"/>
              </a:ext>
            </a:extLst>
          </p:cNvPr>
          <p:cNvSpPr/>
          <p:nvPr/>
        </p:nvSpPr>
        <p:spPr>
          <a:xfrm>
            <a:off x="90209" y="783184"/>
            <a:ext cx="229625" cy="9021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0F3E2415-B8B5-FF6B-6B85-DCD04EB485BC}"/>
              </a:ext>
            </a:extLst>
          </p:cNvPr>
          <p:cNvSpPr/>
          <p:nvPr/>
        </p:nvSpPr>
        <p:spPr>
          <a:xfrm>
            <a:off x="90208" y="1323763"/>
            <a:ext cx="229625" cy="9021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2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Bret Piontek</dc:creator>
  <cp:lastModifiedBy>Bret Piontek</cp:lastModifiedBy>
  <cp:revision>3</cp:revision>
  <dcterms:created xsi:type="dcterms:W3CDTF">2026-06-03T20:16:45Z</dcterms:created>
  <dcterms:modified xsi:type="dcterms:W3CDTF">2026-06-03T21:10:56Z</dcterms:modified>
</cp:coreProperties>
</file>