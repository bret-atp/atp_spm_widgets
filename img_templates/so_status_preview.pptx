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3657600" cy="228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9E0B"/>
    <a:srgbClr val="22C55E"/>
    <a:srgbClr val="EF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>
        <p:scale>
          <a:sx n="100" d="100"/>
          <a:sy n="100" d="100"/>
        </p:scale>
        <p:origin x="4232" y="20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374121"/>
            <a:ext cx="2743200" cy="795867"/>
          </a:xfrm>
        </p:spPr>
        <p:txBody>
          <a:bodyPr anchor="b"/>
          <a:lstStyle>
            <a:lvl1pPr algn="ctr">
              <a:defRPr sz="1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1200679"/>
            <a:ext cx="2743200" cy="551921"/>
          </a:xfrm>
        </p:spPr>
        <p:txBody>
          <a:bodyPr/>
          <a:lstStyle>
            <a:lvl1pPr marL="0" indent="0" algn="ctr">
              <a:buNone/>
              <a:defRPr sz="720"/>
            </a:lvl1pPr>
            <a:lvl2pPr marL="137160" indent="0" algn="ctr">
              <a:buNone/>
              <a:defRPr sz="600"/>
            </a:lvl2pPr>
            <a:lvl3pPr marL="274320" indent="0" algn="ctr">
              <a:buNone/>
              <a:defRPr sz="540"/>
            </a:lvl3pPr>
            <a:lvl4pPr marL="411480" indent="0" algn="ctr">
              <a:buNone/>
              <a:defRPr sz="480"/>
            </a:lvl4pPr>
            <a:lvl5pPr marL="548640" indent="0" algn="ctr">
              <a:buNone/>
              <a:defRPr sz="480"/>
            </a:lvl5pPr>
            <a:lvl6pPr marL="685800" indent="0" algn="ctr">
              <a:buNone/>
              <a:defRPr sz="480"/>
            </a:lvl6pPr>
            <a:lvl7pPr marL="822960" indent="0" algn="ctr">
              <a:buNone/>
              <a:defRPr sz="480"/>
            </a:lvl7pPr>
            <a:lvl8pPr marL="960120" indent="0" algn="ctr">
              <a:buNone/>
              <a:defRPr sz="480"/>
            </a:lvl8pPr>
            <a:lvl9pPr marL="1097280" indent="0" algn="ctr">
              <a:buNone/>
              <a:defRPr sz="4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91DB9-01F6-4B4A-B4A2-B5D28E77328A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19E8B-7C18-9644-A6C2-88F0F67197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4152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91DB9-01F6-4B4A-B4A2-B5D28E77328A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19E8B-7C18-9644-A6C2-88F0F67197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93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9555" y="569913"/>
            <a:ext cx="3154680" cy="950912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9555" y="1529821"/>
            <a:ext cx="3154680" cy="500062"/>
          </a:xfrm>
        </p:spPr>
        <p:txBody>
          <a:bodyPr/>
          <a:lstStyle>
            <a:lvl1pPr marL="0" indent="0">
              <a:buNone/>
              <a:defRPr sz="720">
                <a:solidFill>
                  <a:schemeClr val="tx1">
                    <a:tint val="82000"/>
                  </a:schemeClr>
                </a:solidFill>
              </a:defRPr>
            </a:lvl1pPr>
            <a:lvl2pPr marL="137160" indent="0">
              <a:buNone/>
              <a:defRPr sz="600">
                <a:solidFill>
                  <a:schemeClr val="tx1">
                    <a:tint val="82000"/>
                  </a:schemeClr>
                </a:solidFill>
              </a:defRPr>
            </a:lvl2pPr>
            <a:lvl3pPr marL="274320" indent="0">
              <a:buNone/>
              <a:defRPr sz="540">
                <a:solidFill>
                  <a:schemeClr val="tx1">
                    <a:tint val="82000"/>
                  </a:schemeClr>
                </a:solidFill>
              </a:defRPr>
            </a:lvl3pPr>
            <a:lvl4pPr marL="411480" indent="0">
              <a:buNone/>
              <a:defRPr sz="480">
                <a:solidFill>
                  <a:schemeClr val="tx1">
                    <a:tint val="82000"/>
                  </a:schemeClr>
                </a:solidFill>
              </a:defRPr>
            </a:lvl4pPr>
            <a:lvl5pPr marL="548640" indent="0">
              <a:buNone/>
              <a:defRPr sz="480">
                <a:solidFill>
                  <a:schemeClr val="tx1">
                    <a:tint val="82000"/>
                  </a:schemeClr>
                </a:solidFill>
              </a:defRPr>
            </a:lvl5pPr>
            <a:lvl6pPr marL="685800" indent="0">
              <a:buNone/>
              <a:defRPr sz="480">
                <a:solidFill>
                  <a:schemeClr val="tx1">
                    <a:tint val="82000"/>
                  </a:schemeClr>
                </a:solidFill>
              </a:defRPr>
            </a:lvl6pPr>
            <a:lvl7pPr marL="822960" indent="0">
              <a:buNone/>
              <a:defRPr sz="480">
                <a:solidFill>
                  <a:schemeClr val="tx1">
                    <a:tint val="82000"/>
                  </a:schemeClr>
                </a:solidFill>
              </a:defRPr>
            </a:lvl7pPr>
            <a:lvl8pPr marL="960120" indent="0">
              <a:buNone/>
              <a:defRPr sz="480">
                <a:solidFill>
                  <a:schemeClr val="tx1">
                    <a:tint val="82000"/>
                  </a:schemeClr>
                </a:solidFill>
              </a:defRPr>
            </a:lvl8pPr>
            <a:lvl9pPr marL="1097280" indent="0">
              <a:buNone/>
              <a:defRPr sz="4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91DB9-01F6-4B4A-B4A2-B5D28E77328A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19E8B-7C18-9644-A6C2-88F0F67197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301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460" y="608542"/>
            <a:ext cx="1554480" cy="14504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51660" y="608542"/>
            <a:ext cx="1554480" cy="14504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91DB9-01F6-4B4A-B4A2-B5D28E77328A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19E8B-7C18-9644-A6C2-88F0F67197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05741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6" y="121709"/>
            <a:ext cx="3154680" cy="44185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937" y="560388"/>
            <a:ext cx="1547336" cy="274637"/>
          </a:xfrm>
        </p:spPr>
        <p:txBody>
          <a:bodyPr anchor="b"/>
          <a:lstStyle>
            <a:lvl1pPr marL="0" indent="0">
              <a:buNone/>
              <a:defRPr sz="720" b="1"/>
            </a:lvl1pPr>
            <a:lvl2pPr marL="137160" indent="0">
              <a:buNone/>
              <a:defRPr sz="600" b="1"/>
            </a:lvl2pPr>
            <a:lvl3pPr marL="274320" indent="0">
              <a:buNone/>
              <a:defRPr sz="540" b="1"/>
            </a:lvl3pPr>
            <a:lvl4pPr marL="411480" indent="0">
              <a:buNone/>
              <a:defRPr sz="480" b="1"/>
            </a:lvl4pPr>
            <a:lvl5pPr marL="548640" indent="0">
              <a:buNone/>
              <a:defRPr sz="480" b="1"/>
            </a:lvl5pPr>
            <a:lvl6pPr marL="685800" indent="0">
              <a:buNone/>
              <a:defRPr sz="480" b="1"/>
            </a:lvl6pPr>
            <a:lvl7pPr marL="822960" indent="0">
              <a:buNone/>
              <a:defRPr sz="480" b="1"/>
            </a:lvl7pPr>
            <a:lvl8pPr marL="960120" indent="0">
              <a:buNone/>
              <a:defRPr sz="480" b="1"/>
            </a:lvl8pPr>
            <a:lvl9pPr marL="1097280" indent="0">
              <a:buNone/>
              <a:defRPr sz="4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1937" y="835025"/>
            <a:ext cx="1547336" cy="12281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51660" y="560388"/>
            <a:ext cx="1554956" cy="274637"/>
          </a:xfrm>
        </p:spPr>
        <p:txBody>
          <a:bodyPr anchor="b"/>
          <a:lstStyle>
            <a:lvl1pPr marL="0" indent="0">
              <a:buNone/>
              <a:defRPr sz="720" b="1"/>
            </a:lvl1pPr>
            <a:lvl2pPr marL="137160" indent="0">
              <a:buNone/>
              <a:defRPr sz="600" b="1"/>
            </a:lvl2pPr>
            <a:lvl3pPr marL="274320" indent="0">
              <a:buNone/>
              <a:defRPr sz="540" b="1"/>
            </a:lvl3pPr>
            <a:lvl4pPr marL="411480" indent="0">
              <a:buNone/>
              <a:defRPr sz="480" b="1"/>
            </a:lvl4pPr>
            <a:lvl5pPr marL="548640" indent="0">
              <a:buNone/>
              <a:defRPr sz="480" b="1"/>
            </a:lvl5pPr>
            <a:lvl6pPr marL="685800" indent="0">
              <a:buNone/>
              <a:defRPr sz="480" b="1"/>
            </a:lvl6pPr>
            <a:lvl7pPr marL="822960" indent="0">
              <a:buNone/>
              <a:defRPr sz="480" b="1"/>
            </a:lvl7pPr>
            <a:lvl8pPr marL="960120" indent="0">
              <a:buNone/>
              <a:defRPr sz="480" b="1"/>
            </a:lvl8pPr>
            <a:lvl9pPr marL="1097280" indent="0">
              <a:buNone/>
              <a:defRPr sz="4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51660" y="835025"/>
            <a:ext cx="1554956" cy="12281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91DB9-01F6-4B4A-B4A2-B5D28E77328A}" type="datetimeFigureOut">
              <a:rPr lang="en-US" smtClean="0"/>
              <a:t>6/3/26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19E8B-7C18-9644-A6C2-88F0F67197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754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91DB9-01F6-4B4A-B4A2-B5D28E77328A}" type="datetimeFigureOut">
              <a:rPr lang="en-US" smtClean="0"/>
              <a:t>6/3/26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19E8B-7C18-9644-A6C2-88F0F67197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5381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91DB9-01F6-4B4A-B4A2-B5D28E77328A}" type="datetimeFigureOut">
              <a:rPr lang="en-US" smtClean="0"/>
              <a:t>6/3/26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19E8B-7C18-9644-A6C2-88F0F67197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640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7" y="152400"/>
            <a:ext cx="1179671" cy="533400"/>
          </a:xfrm>
        </p:spPr>
        <p:txBody>
          <a:bodyPr anchor="b"/>
          <a:lstStyle>
            <a:lvl1pPr>
              <a:defRPr sz="9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54956" y="329142"/>
            <a:ext cx="1851660" cy="1624542"/>
          </a:xfrm>
        </p:spPr>
        <p:txBody>
          <a:bodyPr/>
          <a:lstStyle>
            <a:lvl1pPr>
              <a:defRPr sz="960"/>
            </a:lvl1pPr>
            <a:lvl2pPr>
              <a:defRPr sz="840"/>
            </a:lvl2pPr>
            <a:lvl3pPr>
              <a:defRPr sz="720"/>
            </a:lvl3pPr>
            <a:lvl4pPr>
              <a:defRPr sz="600"/>
            </a:lvl4pPr>
            <a:lvl5pPr>
              <a:defRPr sz="600"/>
            </a:lvl5pPr>
            <a:lvl6pPr>
              <a:defRPr sz="600"/>
            </a:lvl6pPr>
            <a:lvl7pPr>
              <a:defRPr sz="600"/>
            </a:lvl7pPr>
            <a:lvl8pPr>
              <a:defRPr sz="600"/>
            </a:lvl8pPr>
            <a:lvl9pPr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1937" y="685800"/>
            <a:ext cx="1179671" cy="1270529"/>
          </a:xfrm>
        </p:spPr>
        <p:txBody>
          <a:bodyPr/>
          <a:lstStyle>
            <a:lvl1pPr marL="0" indent="0">
              <a:buNone/>
              <a:defRPr sz="480"/>
            </a:lvl1pPr>
            <a:lvl2pPr marL="137160" indent="0">
              <a:buNone/>
              <a:defRPr sz="420"/>
            </a:lvl2pPr>
            <a:lvl3pPr marL="274320" indent="0">
              <a:buNone/>
              <a:defRPr sz="360"/>
            </a:lvl3pPr>
            <a:lvl4pPr marL="411480" indent="0">
              <a:buNone/>
              <a:defRPr sz="300"/>
            </a:lvl4pPr>
            <a:lvl5pPr marL="548640" indent="0">
              <a:buNone/>
              <a:defRPr sz="300"/>
            </a:lvl5pPr>
            <a:lvl6pPr marL="685800" indent="0">
              <a:buNone/>
              <a:defRPr sz="300"/>
            </a:lvl6pPr>
            <a:lvl7pPr marL="822960" indent="0">
              <a:buNone/>
              <a:defRPr sz="300"/>
            </a:lvl7pPr>
            <a:lvl8pPr marL="960120" indent="0">
              <a:buNone/>
              <a:defRPr sz="300"/>
            </a:lvl8pPr>
            <a:lvl9pPr marL="1097280" indent="0">
              <a:buNone/>
              <a:defRPr sz="3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91DB9-01F6-4B4A-B4A2-B5D28E77328A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19E8B-7C18-9644-A6C2-88F0F67197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261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7" y="152400"/>
            <a:ext cx="1179671" cy="533400"/>
          </a:xfrm>
        </p:spPr>
        <p:txBody>
          <a:bodyPr anchor="b"/>
          <a:lstStyle>
            <a:lvl1pPr>
              <a:defRPr sz="9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54956" y="329142"/>
            <a:ext cx="1851660" cy="1624542"/>
          </a:xfrm>
        </p:spPr>
        <p:txBody>
          <a:bodyPr anchor="t"/>
          <a:lstStyle>
            <a:lvl1pPr marL="0" indent="0">
              <a:buNone/>
              <a:defRPr sz="960"/>
            </a:lvl1pPr>
            <a:lvl2pPr marL="137160" indent="0">
              <a:buNone/>
              <a:defRPr sz="840"/>
            </a:lvl2pPr>
            <a:lvl3pPr marL="274320" indent="0">
              <a:buNone/>
              <a:defRPr sz="720"/>
            </a:lvl3pPr>
            <a:lvl4pPr marL="411480" indent="0">
              <a:buNone/>
              <a:defRPr sz="600"/>
            </a:lvl4pPr>
            <a:lvl5pPr marL="548640" indent="0">
              <a:buNone/>
              <a:defRPr sz="600"/>
            </a:lvl5pPr>
            <a:lvl6pPr marL="685800" indent="0">
              <a:buNone/>
              <a:defRPr sz="600"/>
            </a:lvl6pPr>
            <a:lvl7pPr marL="822960" indent="0">
              <a:buNone/>
              <a:defRPr sz="600"/>
            </a:lvl7pPr>
            <a:lvl8pPr marL="960120" indent="0">
              <a:buNone/>
              <a:defRPr sz="600"/>
            </a:lvl8pPr>
            <a:lvl9pPr marL="1097280" indent="0">
              <a:buNone/>
              <a:defRPr sz="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1937" y="685800"/>
            <a:ext cx="1179671" cy="1270529"/>
          </a:xfrm>
        </p:spPr>
        <p:txBody>
          <a:bodyPr/>
          <a:lstStyle>
            <a:lvl1pPr marL="0" indent="0">
              <a:buNone/>
              <a:defRPr sz="480"/>
            </a:lvl1pPr>
            <a:lvl2pPr marL="137160" indent="0">
              <a:buNone/>
              <a:defRPr sz="420"/>
            </a:lvl2pPr>
            <a:lvl3pPr marL="274320" indent="0">
              <a:buNone/>
              <a:defRPr sz="360"/>
            </a:lvl3pPr>
            <a:lvl4pPr marL="411480" indent="0">
              <a:buNone/>
              <a:defRPr sz="300"/>
            </a:lvl4pPr>
            <a:lvl5pPr marL="548640" indent="0">
              <a:buNone/>
              <a:defRPr sz="300"/>
            </a:lvl5pPr>
            <a:lvl6pPr marL="685800" indent="0">
              <a:buNone/>
              <a:defRPr sz="300"/>
            </a:lvl6pPr>
            <a:lvl7pPr marL="822960" indent="0">
              <a:buNone/>
              <a:defRPr sz="300"/>
            </a:lvl7pPr>
            <a:lvl8pPr marL="960120" indent="0">
              <a:buNone/>
              <a:defRPr sz="300"/>
            </a:lvl8pPr>
            <a:lvl9pPr marL="1097280" indent="0">
              <a:buNone/>
              <a:defRPr sz="3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91DB9-01F6-4B4A-B4A2-B5D28E77328A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19E8B-7C18-9644-A6C2-88F0F67197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8928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91DB9-01F6-4B4A-B4A2-B5D28E77328A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19E8B-7C18-9644-A6C2-88F0F67197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427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617470" y="121708"/>
            <a:ext cx="788670" cy="19372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1460" y="121708"/>
            <a:ext cx="2320290" cy="19372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91DB9-01F6-4B4A-B4A2-B5D28E77328A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19E8B-7C18-9644-A6C2-88F0F67197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9256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460" y="121709"/>
            <a:ext cx="3154680" cy="4418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460" y="608542"/>
            <a:ext cx="3154680" cy="14504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51460" y="2118784"/>
            <a:ext cx="822960" cy="1217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D91DB9-01F6-4B4A-B4A2-B5D28E77328A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11580" y="2118784"/>
            <a:ext cx="1234440" cy="1217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83180" y="2118784"/>
            <a:ext cx="822960" cy="1217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919E8B-7C18-9644-A6C2-88F0F67197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47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74320" rtl="0" eaLnBrk="1" latinLnBrk="0" hangingPunct="1">
        <a:lnSpc>
          <a:spcPct val="90000"/>
        </a:lnSpc>
        <a:spcBef>
          <a:spcPct val="0"/>
        </a:spcBef>
        <a:buNone/>
        <a:defRPr sz="13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27432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1pPr>
      <a:lvl2pPr marL="20574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2pPr>
      <a:lvl3pPr marL="34290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3pPr>
      <a:lvl4pPr marL="48006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4pPr>
      <a:lvl5pPr marL="61722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5pPr>
      <a:lvl6pPr marL="75438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6pPr>
      <a:lvl7pPr marL="89154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7pPr>
      <a:lvl8pPr marL="102870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8pPr>
      <a:lvl9pPr marL="116586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6pPr>
      <a:lvl7pPr marL="82296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7pPr>
      <a:lvl8pPr marL="96012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8pPr>
      <a:lvl9pPr marL="109728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FD9F4D6-260B-67E6-7E75-95FE5C43B6C7}"/>
              </a:ext>
            </a:extLst>
          </p:cNvPr>
          <p:cNvSpPr txBox="1"/>
          <p:nvPr/>
        </p:nvSpPr>
        <p:spPr>
          <a:xfrm>
            <a:off x="1168202" y="177800"/>
            <a:ext cx="13211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rgbClr val="F59E0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42%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D570D3-165D-F096-11B2-00F907D696AB}"/>
              </a:ext>
            </a:extLst>
          </p:cNvPr>
          <p:cNvSpPr txBox="1"/>
          <p:nvPr/>
        </p:nvSpPr>
        <p:spPr>
          <a:xfrm>
            <a:off x="1427632" y="777964"/>
            <a:ext cx="8023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59E0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At Risk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7E88E17-8EB3-BA31-92F7-196D85DD46F2}"/>
              </a:ext>
            </a:extLst>
          </p:cNvPr>
          <p:cNvSpPr/>
          <p:nvPr/>
        </p:nvSpPr>
        <p:spPr>
          <a:xfrm>
            <a:off x="92634" y="1168400"/>
            <a:ext cx="1444066" cy="15240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6A24BA5-CDD4-1878-F675-3ED2A7DD68C7}"/>
              </a:ext>
            </a:extLst>
          </p:cNvPr>
          <p:cNvSpPr/>
          <p:nvPr/>
        </p:nvSpPr>
        <p:spPr>
          <a:xfrm>
            <a:off x="2643098" y="1168400"/>
            <a:ext cx="921868" cy="15240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ACA812-F1C6-E8D9-BD17-AAF471FA68B3}"/>
              </a:ext>
            </a:extLst>
          </p:cNvPr>
          <p:cNvSpPr/>
          <p:nvPr/>
        </p:nvSpPr>
        <p:spPr>
          <a:xfrm>
            <a:off x="1536700" y="1168400"/>
            <a:ext cx="1332002" cy="152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2F7DB4-9C48-7CED-6D96-135112E5549E}"/>
              </a:ext>
            </a:extLst>
          </p:cNvPr>
          <p:cNvSpPr txBox="1"/>
          <p:nvPr/>
        </p:nvSpPr>
        <p:spPr>
          <a:xfrm>
            <a:off x="298450" y="1541959"/>
            <a:ext cx="3060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🔴 Critical: 5 🟠 At Risk: 4  🟢 On Track: 3</a:t>
            </a:r>
          </a:p>
        </p:txBody>
      </p:sp>
    </p:spTree>
    <p:extLst>
      <p:ext uri="{BB962C8B-B14F-4D97-AF65-F5344CB8AC3E}">
        <p14:creationId xmlns:p14="http://schemas.microsoft.com/office/powerpoint/2010/main" val="18536289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</TotalTime>
  <Words>18</Words>
  <Application>Microsoft Macintosh PowerPoint</Application>
  <PresentationFormat>Custom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Segoe UI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Bret Piontek</dc:creator>
  <cp:lastModifiedBy>Bret Piontek</cp:lastModifiedBy>
  <cp:revision>1</cp:revision>
  <dcterms:created xsi:type="dcterms:W3CDTF">2026-06-03T20:16:45Z</dcterms:created>
  <dcterms:modified xsi:type="dcterms:W3CDTF">2026-06-03T20:27:35Z</dcterms:modified>
</cp:coreProperties>
</file>