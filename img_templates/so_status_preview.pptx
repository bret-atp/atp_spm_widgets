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C55E"/>
    <a:srgbClr val="F59E0B"/>
    <a:srgbClr val="EF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4232" y="2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74121"/>
            <a:ext cx="2743200" cy="795867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00679"/>
            <a:ext cx="2743200" cy="551921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1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3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569913"/>
            <a:ext cx="3154680" cy="950912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529821"/>
            <a:ext cx="3154680" cy="500062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0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608542"/>
            <a:ext cx="155448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608542"/>
            <a:ext cx="155448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7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21709"/>
            <a:ext cx="315468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560388"/>
            <a:ext cx="1547336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835025"/>
            <a:ext cx="1547336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560388"/>
            <a:ext cx="1554956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835025"/>
            <a:ext cx="1554956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3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4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52400"/>
            <a:ext cx="1179671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329142"/>
            <a:ext cx="1851660" cy="1624542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685800"/>
            <a:ext cx="1179671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6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52400"/>
            <a:ext cx="1179671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329142"/>
            <a:ext cx="1851660" cy="1624542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685800"/>
            <a:ext cx="1179671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9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21708"/>
            <a:ext cx="788670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21708"/>
            <a:ext cx="2320290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2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21709"/>
            <a:ext cx="315468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608542"/>
            <a:ext cx="315468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118784"/>
            <a:ext cx="82296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118784"/>
            <a:ext cx="12344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118784"/>
            <a:ext cx="82296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E948B-6BF8-6E47-1761-F7710D709395}"/>
              </a:ext>
            </a:extLst>
          </p:cNvPr>
          <p:cNvSpPr/>
          <p:nvPr/>
        </p:nvSpPr>
        <p:spPr>
          <a:xfrm>
            <a:off x="0" y="0"/>
            <a:ext cx="1644650" cy="81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2D473-66EB-9584-A065-DC9E2F5D6823}"/>
              </a:ext>
            </a:extLst>
          </p:cNvPr>
          <p:cNvSpPr txBox="1"/>
          <p:nvPr/>
        </p:nvSpPr>
        <p:spPr>
          <a:xfrm>
            <a:off x="0" y="0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SO 1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37E5584-F8B3-22E8-38C3-719A6FBBCB67}"/>
              </a:ext>
            </a:extLst>
          </p:cNvPr>
          <p:cNvSpPr/>
          <p:nvPr/>
        </p:nvSpPr>
        <p:spPr>
          <a:xfrm>
            <a:off x="31750" y="292100"/>
            <a:ext cx="800100" cy="228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On Track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E4129C-C726-A9C8-C9D7-FD6DB3D10709}"/>
              </a:ext>
            </a:extLst>
          </p:cNvPr>
          <p:cNvSpPr txBox="1"/>
          <p:nvPr/>
        </p:nvSpPr>
        <p:spPr>
          <a:xfrm>
            <a:off x="1169840" y="307201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2C55E"/>
                </a:solidFill>
              </a:rPr>
              <a:t>78%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5A50C0-425D-5A94-F0CC-71884D08A6B4}"/>
              </a:ext>
            </a:extLst>
          </p:cNvPr>
          <p:cNvSpPr/>
          <p:nvPr/>
        </p:nvSpPr>
        <p:spPr>
          <a:xfrm flipV="1">
            <a:off x="390822" y="613479"/>
            <a:ext cx="1138090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B4015A-D18F-1AD5-EDE6-020D63DE8CFA}"/>
              </a:ext>
            </a:extLst>
          </p:cNvPr>
          <p:cNvSpPr/>
          <p:nvPr/>
        </p:nvSpPr>
        <p:spPr>
          <a:xfrm flipV="1">
            <a:off x="31750" y="613479"/>
            <a:ext cx="1138090" cy="457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2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6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Bret Piontek</dc:creator>
  <cp:lastModifiedBy>Bret Piontek</cp:lastModifiedBy>
  <cp:revision>2</cp:revision>
  <dcterms:created xsi:type="dcterms:W3CDTF">2026-06-03T20:16:45Z</dcterms:created>
  <dcterms:modified xsi:type="dcterms:W3CDTF">2026-06-03T20:41:19Z</dcterms:modified>
</cp:coreProperties>
</file>