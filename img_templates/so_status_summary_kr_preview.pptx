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6576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E0B"/>
    <a:srgbClr val="EF4444"/>
    <a:srgbClr val="22C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361" d="100"/>
          <a:sy n="361" d="100"/>
        </p:scale>
        <p:origin x="12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74121"/>
            <a:ext cx="2743200" cy="795867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200679"/>
            <a:ext cx="2743200" cy="551921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15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3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569913"/>
            <a:ext cx="3154680" cy="950912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1529821"/>
            <a:ext cx="3154680" cy="500062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82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01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608542"/>
            <a:ext cx="155448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608542"/>
            <a:ext cx="155448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574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21709"/>
            <a:ext cx="3154680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560388"/>
            <a:ext cx="1547336" cy="274637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835025"/>
            <a:ext cx="1547336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560388"/>
            <a:ext cx="1554956" cy="274637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835025"/>
            <a:ext cx="1554956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54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38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4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52400"/>
            <a:ext cx="1179671" cy="53340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329142"/>
            <a:ext cx="1851660" cy="1624542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685800"/>
            <a:ext cx="1179671" cy="1270529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6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52400"/>
            <a:ext cx="1179671" cy="53340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329142"/>
            <a:ext cx="1851660" cy="1624542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685800"/>
            <a:ext cx="1179671" cy="1270529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89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21708"/>
            <a:ext cx="788670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21708"/>
            <a:ext cx="2320290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25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21709"/>
            <a:ext cx="315468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608542"/>
            <a:ext cx="315468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2118784"/>
            <a:ext cx="82296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91DB9-01F6-4B4A-B4A2-B5D28E77328A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2118784"/>
            <a:ext cx="123444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2118784"/>
            <a:ext cx="82296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919E8B-7C18-9644-A6C2-88F0F671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8091B100-49C7-02A1-C6C3-BE0701F8A193}"/>
              </a:ext>
            </a:extLst>
          </p:cNvPr>
          <p:cNvSpPr/>
          <p:nvPr/>
        </p:nvSpPr>
        <p:spPr>
          <a:xfrm>
            <a:off x="49206" y="53306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EF46CDC-4087-D690-8A76-4CAB498CF690}"/>
              </a:ext>
            </a:extLst>
          </p:cNvPr>
          <p:cNvSpPr/>
          <p:nvPr/>
        </p:nvSpPr>
        <p:spPr>
          <a:xfrm>
            <a:off x="1256788" y="53306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9962F9D-F5A1-8A78-F83A-F4C05BDAAE0A}"/>
              </a:ext>
            </a:extLst>
          </p:cNvPr>
          <p:cNvSpPr/>
          <p:nvPr/>
        </p:nvSpPr>
        <p:spPr>
          <a:xfrm>
            <a:off x="2464370" y="53306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32F0B9-7E65-6C99-BCE6-3729DCA419E3}"/>
              </a:ext>
            </a:extLst>
          </p:cNvPr>
          <p:cNvSpPr/>
          <p:nvPr/>
        </p:nvSpPr>
        <p:spPr>
          <a:xfrm>
            <a:off x="49206" y="599349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0A7BDBF-0F32-EBEA-7EE5-377931503195}"/>
              </a:ext>
            </a:extLst>
          </p:cNvPr>
          <p:cNvSpPr/>
          <p:nvPr/>
        </p:nvSpPr>
        <p:spPr>
          <a:xfrm>
            <a:off x="1256788" y="599349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EA277F6-46C8-221B-FF69-53B9AB90CFE9}"/>
              </a:ext>
            </a:extLst>
          </p:cNvPr>
          <p:cNvSpPr/>
          <p:nvPr/>
        </p:nvSpPr>
        <p:spPr>
          <a:xfrm>
            <a:off x="2464370" y="599349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FC4B447-4030-ADAA-FDC6-9D6F789D072E}"/>
              </a:ext>
            </a:extLst>
          </p:cNvPr>
          <p:cNvSpPr/>
          <p:nvPr/>
        </p:nvSpPr>
        <p:spPr>
          <a:xfrm>
            <a:off x="49206" y="1145392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7ECC1A-8B8C-A033-4977-BB52B5CCE52D}"/>
              </a:ext>
            </a:extLst>
          </p:cNvPr>
          <p:cNvSpPr/>
          <p:nvPr/>
        </p:nvSpPr>
        <p:spPr>
          <a:xfrm>
            <a:off x="1256788" y="1145392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7FFAA53-2A95-69C0-DE53-018229FFABFC}"/>
              </a:ext>
            </a:extLst>
          </p:cNvPr>
          <p:cNvSpPr/>
          <p:nvPr/>
        </p:nvSpPr>
        <p:spPr>
          <a:xfrm>
            <a:off x="2464370" y="1145392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CA9E5CC-E619-13EC-CCAA-127C05441777}"/>
              </a:ext>
            </a:extLst>
          </p:cNvPr>
          <p:cNvSpPr/>
          <p:nvPr/>
        </p:nvSpPr>
        <p:spPr>
          <a:xfrm>
            <a:off x="49206" y="1691435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E4E9561-7CF6-4850-5BF1-B6346A9BF7C9}"/>
              </a:ext>
            </a:extLst>
          </p:cNvPr>
          <p:cNvSpPr/>
          <p:nvPr/>
        </p:nvSpPr>
        <p:spPr>
          <a:xfrm>
            <a:off x="1256788" y="1691435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376DA73-178B-6812-5791-28E36A09EFA4}"/>
              </a:ext>
            </a:extLst>
          </p:cNvPr>
          <p:cNvSpPr/>
          <p:nvPr/>
        </p:nvSpPr>
        <p:spPr>
          <a:xfrm>
            <a:off x="2464370" y="1691435"/>
            <a:ext cx="1144024" cy="45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54859E3-9B56-D255-E60C-6C73064CFCDE}"/>
              </a:ext>
            </a:extLst>
          </p:cNvPr>
          <p:cNvSpPr/>
          <p:nvPr/>
        </p:nvSpPr>
        <p:spPr>
          <a:xfrm>
            <a:off x="90210" y="220743"/>
            <a:ext cx="414144" cy="457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410197D-728C-4C5F-AC2B-651D60612084}"/>
              </a:ext>
            </a:extLst>
          </p:cNvPr>
          <p:cNvSpPr/>
          <p:nvPr/>
        </p:nvSpPr>
        <p:spPr>
          <a:xfrm>
            <a:off x="1292324" y="220743"/>
            <a:ext cx="901415" cy="4571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80EE6AB-67D8-1FEE-F8AC-8CBC7784D0BE}"/>
              </a:ext>
            </a:extLst>
          </p:cNvPr>
          <p:cNvSpPr/>
          <p:nvPr/>
        </p:nvSpPr>
        <p:spPr>
          <a:xfrm>
            <a:off x="2498540" y="220742"/>
            <a:ext cx="654706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39A1D2C-89D0-09BF-260E-A8F016302F4A}"/>
              </a:ext>
            </a:extLst>
          </p:cNvPr>
          <p:cNvSpPr/>
          <p:nvPr/>
        </p:nvSpPr>
        <p:spPr>
          <a:xfrm>
            <a:off x="90210" y="774987"/>
            <a:ext cx="984107" cy="4571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681E9EA-7FAB-016D-6223-F568F1042145}"/>
              </a:ext>
            </a:extLst>
          </p:cNvPr>
          <p:cNvSpPr/>
          <p:nvPr/>
        </p:nvSpPr>
        <p:spPr>
          <a:xfrm>
            <a:off x="1292324" y="774987"/>
            <a:ext cx="397061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4247F7F-E343-3E0D-7C75-2F175D3F41B9}"/>
              </a:ext>
            </a:extLst>
          </p:cNvPr>
          <p:cNvSpPr/>
          <p:nvPr/>
        </p:nvSpPr>
        <p:spPr>
          <a:xfrm>
            <a:off x="2502640" y="774987"/>
            <a:ext cx="289765" cy="457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104830A-503B-163B-0FA2-8E554E436009}"/>
              </a:ext>
            </a:extLst>
          </p:cNvPr>
          <p:cNvSpPr/>
          <p:nvPr/>
        </p:nvSpPr>
        <p:spPr>
          <a:xfrm>
            <a:off x="90210" y="1329231"/>
            <a:ext cx="910300" cy="4571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742257D-D1C4-169E-3F05-D7365D6E8BC4}"/>
              </a:ext>
            </a:extLst>
          </p:cNvPr>
          <p:cNvSpPr/>
          <p:nvPr/>
        </p:nvSpPr>
        <p:spPr>
          <a:xfrm>
            <a:off x="1292324" y="1329231"/>
            <a:ext cx="289765" cy="457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7B33418-58F7-5C7A-24CA-8EE7A849F4AB}"/>
              </a:ext>
            </a:extLst>
          </p:cNvPr>
          <p:cNvSpPr/>
          <p:nvPr/>
        </p:nvSpPr>
        <p:spPr>
          <a:xfrm>
            <a:off x="2498540" y="1329230"/>
            <a:ext cx="53169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71BCA58-E151-F818-29E2-FE4859E86890}"/>
              </a:ext>
            </a:extLst>
          </p:cNvPr>
          <p:cNvSpPr/>
          <p:nvPr/>
        </p:nvSpPr>
        <p:spPr>
          <a:xfrm>
            <a:off x="90210" y="1875274"/>
            <a:ext cx="196821" cy="457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EFCCC5A-5850-BE92-9DCF-BA9D21A41A08}"/>
              </a:ext>
            </a:extLst>
          </p:cNvPr>
          <p:cNvSpPr/>
          <p:nvPr/>
        </p:nvSpPr>
        <p:spPr>
          <a:xfrm>
            <a:off x="1292324" y="1875273"/>
            <a:ext cx="126431" cy="457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33A7D84-B4B5-3BB9-C86B-EDF06C9F82E8}"/>
              </a:ext>
            </a:extLst>
          </p:cNvPr>
          <p:cNvSpPr/>
          <p:nvPr/>
        </p:nvSpPr>
        <p:spPr>
          <a:xfrm>
            <a:off x="2498540" y="1875273"/>
            <a:ext cx="53169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93A9D58F-7306-1204-A743-2C58105E2E4C}"/>
              </a:ext>
            </a:extLst>
          </p:cNvPr>
          <p:cNvSpPr/>
          <p:nvPr/>
        </p:nvSpPr>
        <p:spPr>
          <a:xfrm>
            <a:off x="90210" y="68413"/>
            <a:ext cx="229625" cy="9021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E2737411-774A-7D3F-CCBF-EEA807102A35}"/>
              </a:ext>
            </a:extLst>
          </p:cNvPr>
          <p:cNvSpPr/>
          <p:nvPr/>
        </p:nvSpPr>
        <p:spPr>
          <a:xfrm>
            <a:off x="90209" y="1723558"/>
            <a:ext cx="229625" cy="9021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9EA3D5C2-F81E-2859-14DF-9CAD2BCCAF4F}"/>
              </a:ext>
            </a:extLst>
          </p:cNvPr>
          <p:cNvSpPr/>
          <p:nvPr/>
        </p:nvSpPr>
        <p:spPr>
          <a:xfrm>
            <a:off x="1292324" y="1723558"/>
            <a:ext cx="229625" cy="9021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AD4877B0-AB09-89CC-83C2-2822868304D2}"/>
              </a:ext>
            </a:extLst>
          </p:cNvPr>
          <p:cNvSpPr/>
          <p:nvPr/>
        </p:nvSpPr>
        <p:spPr>
          <a:xfrm>
            <a:off x="1292324" y="1175466"/>
            <a:ext cx="229625" cy="9021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F32AFE80-FE17-6EA9-123B-5F5E317A87C6}"/>
              </a:ext>
            </a:extLst>
          </p:cNvPr>
          <p:cNvSpPr/>
          <p:nvPr/>
        </p:nvSpPr>
        <p:spPr>
          <a:xfrm>
            <a:off x="2498540" y="634887"/>
            <a:ext cx="229625" cy="9021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094C8795-A892-590A-F3A8-246A0FA2D215}"/>
              </a:ext>
            </a:extLst>
          </p:cNvPr>
          <p:cNvSpPr/>
          <p:nvPr/>
        </p:nvSpPr>
        <p:spPr>
          <a:xfrm>
            <a:off x="2495806" y="1723558"/>
            <a:ext cx="229625" cy="9021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0325228-567D-1566-8EB5-D32B1A6232A4}"/>
              </a:ext>
            </a:extLst>
          </p:cNvPr>
          <p:cNvSpPr/>
          <p:nvPr/>
        </p:nvSpPr>
        <p:spPr>
          <a:xfrm>
            <a:off x="2495806" y="1160288"/>
            <a:ext cx="229625" cy="9021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619DD83C-D5A1-71D6-9C14-1345D2ED571D}"/>
              </a:ext>
            </a:extLst>
          </p:cNvPr>
          <p:cNvSpPr/>
          <p:nvPr/>
        </p:nvSpPr>
        <p:spPr>
          <a:xfrm>
            <a:off x="2495806" y="68413"/>
            <a:ext cx="229625" cy="9021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A8486F91-C9E1-499A-F5B7-9BF8252ACB9F}"/>
              </a:ext>
            </a:extLst>
          </p:cNvPr>
          <p:cNvSpPr/>
          <p:nvPr/>
        </p:nvSpPr>
        <p:spPr>
          <a:xfrm>
            <a:off x="1288907" y="621222"/>
            <a:ext cx="229625" cy="9021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516B2623-3B86-8C1D-86D6-728CAB599D1D}"/>
              </a:ext>
            </a:extLst>
          </p:cNvPr>
          <p:cNvSpPr/>
          <p:nvPr/>
        </p:nvSpPr>
        <p:spPr>
          <a:xfrm>
            <a:off x="1292324" y="60074"/>
            <a:ext cx="229625" cy="9021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3A42ED20-9A60-F58B-A21D-76B34D5E03EF}"/>
              </a:ext>
            </a:extLst>
          </p:cNvPr>
          <p:cNvSpPr/>
          <p:nvPr/>
        </p:nvSpPr>
        <p:spPr>
          <a:xfrm>
            <a:off x="90209" y="634887"/>
            <a:ext cx="229625" cy="9021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0F3E2415-B8B5-FF6B-6B85-DCD04EB485BC}"/>
              </a:ext>
            </a:extLst>
          </p:cNvPr>
          <p:cNvSpPr/>
          <p:nvPr/>
        </p:nvSpPr>
        <p:spPr>
          <a:xfrm>
            <a:off x="90208" y="1175466"/>
            <a:ext cx="229625" cy="9021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A811E7A-518C-4914-5023-2FE012B285F1}"/>
              </a:ext>
            </a:extLst>
          </p:cNvPr>
          <p:cNvCxnSpPr>
            <a:cxnSpLocks/>
          </p:cNvCxnSpPr>
          <p:nvPr/>
        </p:nvCxnSpPr>
        <p:spPr>
          <a:xfrm>
            <a:off x="86820" y="324806"/>
            <a:ext cx="200211" cy="0"/>
          </a:xfrm>
          <a:prstGeom prst="line">
            <a:avLst/>
          </a:prstGeom>
          <a:ln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C420E0-A2B7-E21A-D5A1-406C4DBCD5C7}"/>
              </a:ext>
            </a:extLst>
          </p:cNvPr>
          <p:cNvCxnSpPr>
            <a:cxnSpLocks/>
          </p:cNvCxnSpPr>
          <p:nvPr/>
        </p:nvCxnSpPr>
        <p:spPr>
          <a:xfrm>
            <a:off x="86820" y="388943"/>
            <a:ext cx="262700" cy="0"/>
          </a:xfrm>
          <a:prstGeom prst="line">
            <a:avLst/>
          </a:prstGeom>
          <a:ln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71652E-1331-EA4C-C908-232220BB2339}"/>
              </a:ext>
            </a:extLst>
          </p:cNvPr>
          <p:cNvCxnSpPr>
            <a:cxnSpLocks/>
          </p:cNvCxnSpPr>
          <p:nvPr/>
        </p:nvCxnSpPr>
        <p:spPr>
          <a:xfrm>
            <a:off x="86820" y="446020"/>
            <a:ext cx="442755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09CEF8-947A-9310-745C-9221F3385214}"/>
              </a:ext>
            </a:extLst>
          </p:cNvPr>
          <p:cNvCxnSpPr>
            <a:cxnSpLocks/>
          </p:cNvCxnSpPr>
          <p:nvPr/>
        </p:nvCxnSpPr>
        <p:spPr>
          <a:xfrm>
            <a:off x="1288907" y="390708"/>
            <a:ext cx="417534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6D54D0-1F03-A1CE-0225-F08B635798D9}"/>
              </a:ext>
            </a:extLst>
          </p:cNvPr>
          <p:cNvCxnSpPr>
            <a:cxnSpLocks/>
          </p:cNvCxnSpPr>
          <p:nvPr/>
        </p:nvCxnSpPr>
        <p:spPr>
          <a:xfrm>
            <a:off x="1288907" y="447785"/>
            <a:ext cx="732256" cy="0"/>
          </a:xfrm>
          <a:prstGeom prst="line">
            <a:avLst/>
          </a:prstGeom>
          <a:ln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BE91DF-E807-366B-6E6F-1025A641121E}"/>
              </a:ext>
            </a:extLst>
          </p:cNvPr>
          <p:cNvCxnSpPr>
            <a:cxnSpLocks/>
          </p:cNvCxnSpPr>
          <p:nvPr/>
        </p:nvCxnSpPr>
        <p:spPr>
          <a:xfrm>
            <a:off x="1288907" y="324806"/>
            <a:ext cx="868230" cy="0"/>
          </a:xfrm>
          <a:prstGeom prst="line">
            <a:avLst/>
          </a:prstGeom>
          <a:ln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7DBA51-1BE1-E92D-2B5B-2C548D313A2A}"/>
              </a:ext>
            </a:extLst>
          </p:cNvPr>
          <p:cNvCxnSpPr>
            <a:cxnSpLocks/>
          </p:cNvCxnSpPr>
          <p:nvPr/>
        </p:nvCxnSpPr>
        <p:spPr>
          <a:xfrm>
            <a:off x="2495806" y="324806"/>
            <a:ext cx="732256" cy="0"/>
          </a:xfrm>
          <a:prstGeom prst="line">
            <a:avLst/>
          </a:prstGeom>
          <a:ln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D84168D-AFD0-E1E9-9892-E21FDE4DE42D}"/>
              </a:ext>
            </a:extLst>
          </p:cNvPr>
          <p:cNvCxnSpPr>
            <a:cxnSpLocks/>
          </p:cNvCxnSpPr>
          <p:nvPr/>
        </p:nvCxnSpPr>
        <p:spPr>
          <a:xfrm>
            <a:off x="2495806" y="388943"/>
            <a:ext cx="417534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84B41D-C321-B16B-A3D4-BFA3DE6EF018}"/>
              </a:ext>
            </a:extLst>
          </p:cNvPr>
          <p:cNvCxnSpPr>
            <a:cxnSpLocks/>
          </p:cNvCxnSpPr>
          <p:nvPr/>
        </p:nvCxnSpPr>
        <p:spPr>
          <a:xfrm>
            <a:off x="2495806" y="446020"/>
            <a:ext cx="452163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5C062EF-58F7-070A-35DD-4FDA4F8FF14D}"/>
              </a:ext>
            </a:extLst>
          </p:cNvPr>
          <p:cNvCxnSpPr>
            <a:cxnSpLocks/>
          </p:cNvCxnSpPr>
          <p:nvPr/>
        </p:nvCxnSpPr>
        <p:spPr>
          <a:xfrm>
            <a:off x="86820" y="945585"/>
            <a:ext cx="417534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4E6ADE9-900F-1A75-E417-50E500CA6660}"/>
              </a:ext>
            </a:extLst>
          </p:cNvPr>
          <p:cNvCxnSpPr>
            <a:cxnSpLocks/>
          </p:cNvCxnSpPr>
          <p:nvPr/>
        </p:nvCxnSpPr>
        <p:spPr>
          <a:xfrm>
            <a:off x="86820" y="1002662"/>
            <a:ext cx="732256" cy="0"/>
          </a:xfrm>
          <a:prstGeom prst="line">
            <a:avLst/>
          </a:prstGeom>
          <a:ln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305D7D7-74C8-8F99-5C24-7EF4AB53D6DE}"/>
              </a:ext>
            </a:extLst>
          </p:cNvPr>
          <p:cNvCxnSpPr>
            <a:cxnSpLocks/>
          </p:cNvCxnSpPr>
          <p:nvPr/>
        </p:nvCxnSpPr>
        <p:spPr>
          <a:xfrm>
            <a:off x="86820" y="879683"/>
            <a:ext cx="868230" cy="0"/>
          </a:xfrm>
          <a:prstGeom prst="line">
            <a:avLst/>
          </a:prstGeom>
          <a:ln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C7B804-FCB9-892C-EFBE-48116AFF9A13}"/>
              </a:ext>
            </a:extLst>
          </p:cNvPr>
          <p:cNvCxnSpPr>
            <a:cxnSpLocks/>
          </p:cNvCxnSpPr>
          <p:nvPr/>
        </p:nvCxnSpPr>
        <p:spPr>
          <a:xfrm>
            <a:off x="1288907" y="881448"/>
            <a:ext cx="732256" cy="0"/>
          </a:xfrm>
          <a:prstGeom prst="line">
            <a:avLst/>
          </a:prstGeom>
          <a:ln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BE3677E-9268-8477-0665-65D49184BCB0}"/>
              </a:ext>
            </a:extLst>
          </p:cNvPr>
          <p:cNvCxnSpPr>
            <a:cxnSpLocks/>
          </p:cNvCxnSpPr>
          <p:nvPr/>
        </p:nvCxnSpPr>
        <p:spPr>
          <a:xfrm>
            <a:off x="1288907" y="945585"/>
            <a:ext cx="417534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BC3003-A176-3C0D-3851-52F3C301140D}"/>
              </a:ext>
            </a:extLst>
          </p:cNvPr>
          <p:cNvCxnSpPr>
            <a:cxnSpLocks/>
          </p:cNvCxnSpPr>
          <p:nvPr/>
        </p:nvCxnSpPr>
        <p:spPr>
          <a:xfrm>
            <a:off x="1288907" y="1002662"/>
            <a:ext cx="452163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BFB3385-5A4F-7B9E-AEB1-39BBF2DCF037}"/>
              </a:ext>
            </a:extLst>
          </p:cNvPr>
          <p:cNvCxnSpPr>
            <a:cxnSpLocks/>
          </p:cNvCxnSpPr>
          <p:nvPr/>
        </p:nvCxnSpPr>
        <p:spPr>
          <a:xfrm>
            <a:off x="2505214" y="893805"/>
            <a:ext cx="200211" cy="0"/>
          </a:xfrm>
          <a:prstGeom prst="line">
            <a:avLst/>
          </a:prstGeom>
          <a:ln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FB50B6-F0B5-7DA6-746D-B4D50C15BAD6}"/>
              </a:ext>
            </a:extLst>
          </p:cNvPr>
          <p:cNvCxnSpPr>
            <a:cxnSpLocks/>
          </p:cNvCxnSpPr>
          <p:nvPr/>
        </p:nvCxnSpPr>
        <p:spPr>
          <a:xfrm>
            <a:off x="2505214" y="957942"/>
            <a:ext cx="262700" cy="0"/>
          </a:xfrm>
          <a:prstGeom prst="line">
            <a:avLst/>
          </a:prstGeom>
          <a:ln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A95FFB-B299-0B21-23CA-D1E4719824B3}"/>
              </a:ext>
            </a:extLst>
          </p:cNvPr>
          <p:cNvCxnSpPr>
            <a:cxnSpLocks/>
          </p:cNvCxnSpPr>
          <p:nvPr/>
        </p:nvCxnSpPr>
        <p:spPr>
          <a:xfrm>
            <a:off x="2505214" y="1015019"/>
            <a:ext cx="442755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593CBD-D83C-DD33-3E58-E51714D21C65}"/>
              </a:ext>
            </a:extLst>
          </p:cNvPr>
          <p:cNvCxnSpPr>
            <a:cxnSpLocks/>
          </p:cNvCxnSpPr>
          <p:nvPr/>
        </p:nvCxnSpPr>
        <p:spPr>
          <a:xfrm>
            <a:off x="78905" y="1974139"/>
            <a:ext cx="200211" cy="0"/>
          </a:xfrm>
          <a:prstGeom prst="line">
            <a:avLst/>
          </a:prstGeom>
          <a:ln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719B62B-5780-112F-85A7-346193ACCAF5}"/>
              </a:ext>
            </a:extLst>
          </p:cNvPr>
          <p:cNvCxnSpPr>
            <a:cxnSpLocks/>
          </p:cNvCxnSpPr>
          <p:nvPr/>
        </p:nvCxnSpPr>
        <p:spPr>
          <a:xfrm>
            <a:off x="78905" y="2038276"/>
            <a:ext cx="262700" cy="0"/>
          </a:xfrm>
          <a:prstGeom prst="line">
            <a:avLst/>
          </a:prstGeom>
          <a:ln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65114B4-D489-5EF7-5E10-F6DC0C7B37C2}"/>
              </a:ext>
            </a:extLst>
          </p:cNvPr>
          <p:cNvCxnSpPr>
            <a:cxnSpLocks/>
          </p:cNvCxnSpPr>
          <p:nvPr/>
        </p:nvCxnSpPr>
        <p:spPr>
          <a:xfrm>
            <a:off x="78905" y="2095353"/>
            <a:ext cx="442755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3EB4279-C39D-7654-FA46-9A5B6B75702E}"/>
              </a:ext>
            </a:extLst>
          </p:cNvPr>
          <p:cNvCxnSpPr>
            <a:cxnSpLocks/>
          </p:cNvCxnSpPr>
          <p:nvPr/>
        </p:nvCxnSpPr>
        <p:spPr>
          <a:xfrm>
            <a:off x="1288907" y="1974139"/>
            <a:ext cx="200211" cy="0"/>
          </a:xfrm>
          <a:prstGeom prst="line">
            <a:avLst/>
          </a:prstGeom>
          <a:ln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9A2ED9F-3594-4C83-B119-15F2D707EB26}"/>
              </a:ext>
            </a:extLst>
          </p:cNvPr>
          <p:cNvCxnSpPr>
            <a:cxnSpLocks/>
          </p:cNvCxnSpPr>
          <p:nvPr/>
        </p:nvCxnSpPr>
        <p:spPr>
          <a:xfrm>
            <a:off x="1288907" y="2038276"/>
            <a:ext cx="262700" cy="0"/>
          </a:xfrm>
          <a:prstGeom prst="line">
            <a:avLst/>
          </a:prstGeom>
          <a:ln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2C6224A-6CC4-E9AE-0F0A-08DA76EF2589}"/>
              </a:ext>
            </a:extLst>
          </p:cNvPr>
          <p:cNvCxnSpPr>
            <a:cxnSpLocks/>
          </p:cNvCxnSpPr>
          <p:nvPr/>
        </p:nvCxnSpPr>
        <p:spPr>
          <a:xfrm>
            <a:off x="1288907" y="2095353"/>
            <a:ext cx="442755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8DA7CFF-5B9E-84AE-F342-497BC19123A4}"/>
              </a:ext>
            </a:extLst>
          </p:cNvPr>
          <p:cNvCxnSpPr>
            <a:cxnSpLocks/>
          </p:cNvCxnSpPr>
          <p:nvPr/>
        </p:nvCxnSpPr>
        <p:spPr>
          <a:xfrm>
            <a:off x="1288907" y="1433972"/>
            <a:ext cx="200211" cy="0"/>
          </a:xfrm>
          <a:prstGeom prst="line">
            <a:avLst/>
          </a:prstGeom>
          <a:ln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4BFBC9-D7CA-D43A-C892-EB692D688E7D}"/>
              </a:ext>
            </a:extLst>
          </p:cNvPr>
          <p:cNvCxnSpPr>
            <a:cxnSpLocks/>
          </p:cNvCxnSpPr>
          <p:nvPr/>
        </p:nvCxnSpPr>
        <p:spPr>
          <a:xfrm>
            <a:off x="1288907" y="1498109"/>
            <a:ext cx="262700" cy="0"/>
          </a:xfrm>
          <a:prstGeom prst="line">
            <a:avLst/>
          </a:prstGeom>
          <a:ln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2B1D47F-0EB9-BA98-7712-DD35DFBACE3F}"/>
              </a:ext>
            </a:extLst>
          </p:cNvPr>
          <p:cNvCxnSpPr>
            <a:cxnSpLocks/>
          </p:cNvCxnSpPr>
          <p:nvPr/>
        </p:nvCxnSpPr>
        <p:spPr>
          <a:xfrm>
            <a:off x="1288907" y="1555186"/>
            <a:ext cx="442755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59B9ACF-0EF4-7C42-1A02-4491C303A827}"/>
              </a:ext>
            </a:extLst>
          </p:cNvPr>
          <p:cNvCxnSpPr>
            <a:cxnSpLocks/>
          </p:cNvCxnSpPr>
          <p:nvPr/>
        </p:nvCxnSpPr>
        <p:spPr>
          <a:xfrm>
            <a:off x="2502640" y="1433972"/>
            <a:ext cx="732256" cy="0"/>
          </a:xfrm>
          <a:prstGeom prst="line">
            <a:avLst/>
          </a:prstGeom>
          <a:ln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492631B-8AB4-3A0A-E316-93E5A0B6723F}"/>
              </a:ext>
            </a:extLst>
          </p:cNvPr>
          <p:cNvCxnSpPr>
            <a:cxnSpLocks/>
          </p:cNvCxnSpPr>
          <p:nvPr/>
        </p:nvCxnSpPr>
        <p:spPr>
          <a:xfrm>
            <a:off x="2502640" y="1498109"/>
            <a:ext cx="417534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7B6741-573F-2EE7-8F8D-6B1BE425980C}"/>
              </a:ext>
            </a:extLst>
          </p:cNvPr>
          <p:cNvCxnSpPr>
            <a:cxnSpLocks/>
          </p:cNvCxnSpPr>
          <p:nvPr/>
        </p:nvCxnSpPr>
        <p:spPr>
          <a:xfrm>
            <a:off x="2502640" y="1555186"/>
            <a:ext cx="452163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7E98E6B-0942-BE4A-AEB8-F2744135E3F7}"/>
              </a:ext>
            </a:extLst>
          </p:cNvPr>
          <p:cNvCxnSpPr>
            <a:cxnSpLocks/>
          </p:cNvCxnSpPr>
          <p:nvPr/>
        </p:nvCxnSpPr>
        <p:spPr>
          <a:xfrm>
            <a:off x="2499349" y="1976493"/>
            <a:ext cx="732256" cy="0"/>
          </a:xfrm>
          <a:prstGeom prst="line">
            <a:avLst/>
          </a:prstGeom>
          <a:ln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A99D744-6B9D-F867-26EF-C6CC2780BDAD}"/>
              </a:ext>
            </a:extLst>
          </p:cNvPr>
          <p:cNvCxnSpPr>
            <a:cxnSpLocks/>
          </p:cNvCxnSpPr>
          <p:nvPr/>
        </p:nvCxnSpPr>
        <p:spPr>
          <a:xfrm>
            <a:off x="2499349" y="2040630"/>
            <a:ext cx="417534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FAA7039-3CA3-8355-56CF-32E009C53496}"/>
              </a:ext>
            </a:extLst>
          </p:cNvPr>
          <p:cNvCxnSpPr>
            <a:cxnSpLocks/>
          </p:cNvCxnSpPr>
          <p:nvPr/>
        </p:nvCxnSpPr>
        <p:spPr>
          <a:xfrm>
            <a:off x="2499349" y="2097707"/>
            <a:ext cx="452163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E0F93B5-E5EA-DCB1-8224-374FEBFCB2DE}"/>
              </a:ext>
            </a:extLst>
          </p:cNvPr>
          <p:cNvCxnSpPr>
            <a:cxnSpLocks/>
          </p:cNvCxnSpPr>
          <p:nvPr/>
        </p:nvCxnSpPr>
        <p:spPr>
          <a:xfrm>
            <a:off x="86820" y="1498109"/>
            <a:ext cx="417534" cy="0"/>
          </a:xfrm>
          <a:prstGeom prst="line">
            <a:avLst/>
          </a:prstGeom>
          <a:ln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3CFBB20-B910-93A1-FD3D-4CC3D1A7869D}"/>
              </a:ext>
            </a:extLst>
          </p:cNvPr>
          <p:cNvCxnSpPr>
            <a:cxnSpLocks/>
          </p:cNvCxnSpPr>
          <p:nvPr/>
        </p:nvCxnSpPr>
        <p:spPr>
          <a:xfrm>
            <a:off x="86820" y="1555186"/>
            <a:ext cx="732256" cy="0"/>
          </a:xfrm>
          <a:prstGeom prst="line">
            <a:avLst/>
          </a:prstGeom>
          <a:ln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D040D07-ADDF-DF25-F1DB-15294B52A87C}"/>
              </a:ext>
            </a:extLst>
          </p:cNvPr>
          <p:cNvCxnSpPr>
            <a:cxnSpLocks/>
          </p:cNvCxnSpPr>
          <p:nvPr/>
        </p:nvCxnSpPr>
        <p:spPr>
          <a:xfrm>
            <a:off x="86820" y="1432207"/>
            <a:ext cx="868230" cy="0"/>
          </a:xfrm>
          <a:prstGeom prst="line">
            <a:avLst/>
          </a:prstGeom>
          <a:ln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628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Bret Piontek</dc:creator>
  <cp:lastModifiedBy>Bret Piontek</cp:lastModifiedBy>
  <cp:revision>4</cp:revision>
  <dcterms:created xsi:type="dcterms:W3CDTF">2026-06-03T20:16:45Z</dcterms:created>
  <dcterms:modified xsi:type="dcterms:W3CDTF">2026-06-03T21:23:50Z</dcterms:modified>
</cp:coreProperties>
</file>